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Building an Automated Firewall Rule</a:t>
            </a:r>
            <a:br/>
            <a:r>
              <a:t>Change Management and Approval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A Functional Prototype for Network Security, Auditing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  <a:latin typeface="Calibri"/>
              </a:defRPr>
            </a:pPr>
            <a:r>
              <a:t>CY376 - Network Monitoring, Security and Auditing | Blue Team Project | 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Manual Firewall Changes Are Risky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Firewall rules are often changed via email, chat, or spreadsheets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No standardized format = missing details and miscommunication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Dangerous rules (e.g., SSH open to the Internet) get deployed without review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When things break, nobody knows who approved what or why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Rollback is manual, slow, and error-prone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Result: Misconfigured firewalls are a top cause of data breaches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1. Build a web form that captures all technical details for a firewall change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2. Create a risk scoring engine that automatically flags dangerous requests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3. Enforce role-based approvals with the Four-Eyes Principle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4. Generate exact iptables commands automatically upon approval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5. Maintain an immutable audit trail for compliance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6. Provide one-click rollback for mistake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A5298"/>
                </a:solidFill>
                <a:latin typeface="Calibri"/>
              </a:defRPr>
            </a:pPr>
            <a:r>
              <a:t>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Python 3.13 + Flask web framework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SQLite database (zero config)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HTML/CSS frontend with Jinja2 templates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Werkzeug for secure sessions &amp; password hashing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Runs on any laptop — no cloud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A5298"/>
                </a:solidFill>
                <a:latin typeface="Calibri"/>
              </a:defRPr>
            </a:pPr>
            <a:r>
              <a:t>Architecture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Presentation Layer: Web forms &amp; dashboards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Application Layer: Risk engine, RBAC, workflows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Data Layer: Users, requests, immutable audit logs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Firewall Layer: Command generation (iptables)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Future: SSH/API push to live firewalls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Risk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Automatically calculates danger from 0 to 10 for every request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Factors: port danger + network exposure + protocol + action type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Examples: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  → Port 443 internal (HTTPS)  = 2/10 LOW  ✅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  → Port 8080 from Internet    = 5/10 MEDIUM ⚠️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  → Port 22 from 0.0.0.0/0     = 9/10 HIGH  🔥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  → DROP rule (block traffic)  = 1/10 LOW  ✅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Enterprise tools like AlgoSec do the same thing — we built it for free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Approval Queue with Risk-Based Sorting</a:t>
            </a:r>
          </a:p>
        </p:txBody>
      </p:sp>
      <p:pic>
        <p:nvPicPr>
          <p:cNvPr id="4" name="Picture 3" descr="05_approval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878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  <a:latin typeface="Calibri"/>
              </a:defRPr>
            </a:pPr>
            <a:r>
              <a:t>High-risk requests appear first. Approvers see the exact command before clicking approve.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Four-Eyes Principle: Enforced in Code</a:t>
            </a:r>
          </a:p>
        </p:txBody>
      </p:sp>
      <p:pic>
        <p:nvPicPr>
          <p:cNvPr id="4" name="Picture 3" descr="09_four_eyes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878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  <a:latin typeface="Calibri"/>
              </a:defRPr>
            </a:pPr>
            <a:r>
              <a:t>The person who submits a request CANNOT approve it. This prevents insider threats.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Immutable Security Timeline</a:t>
            </a:r>
          </a:p>
        </p:txBody>
      </p:sp>
      <p:pic>
        <p:nvPicPr>
          <p:cNvPr id="4" name="Picture 3" descr="07_audit_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878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  <a:latin typeface="Calibri"/>
              </a:defRPr>
            </a:pPr>
            <a:r>
              <a:t>Every action is logged permanently. Satisfies ISO 27001, PCI-DSS, and NIST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One-Click Rollback</a:t>
            </a:r>
          </a:p>
        </p:txBody>
      </p:sp>
      <p:pic>
        <p:nvPicPr>
          <p:cNvPr id="4" name="Picture 3" descr="10_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878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  <a:latin typeface="Calibri"/>
              </a:defRPr>
            </a:pPr>
            <a:r>
              <a:t>Mistakes happen. Admins can instantly undo any change. The reverse command is generated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A5298"/>
                </a:solidFill>
                <a:latin typeface="Calibri"/>
              </a:defRPr>
            </a:pPr>
            <a:r>
              <a:t>Functional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All 6 functional tests passed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Risk scores match expected values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Four-Eyes Principle blocks self-approval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Audit trail records every action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Rollback generates correct inverse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A5298"/>
                </a:solidFill>
                <a:latin typeface="Calibri"/>
              </a:defRPr>
            </a:pPr>
            <a:r>
              <a:t>Risk Score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Internal HTTPS: 2/10 LOW ✅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External API: 5/10 MEDIUM ⚠️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SSH to Internet: 9/10 HIGH 🔥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• Block malicious IP: 1/10 LOW ✅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All scores validated against security best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Recommendations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Integrate with live firewalls via SSH or vendor APIs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Migrate from SQLite to PostgreSQL for concurrency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Add email/Slack notifications for pending approvals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Implement rule conflict detection (overlap/duplication)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Add automatic rule expiration after 30 days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Deploy Multi-Factor Authentication (MFA)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Containerize with Docker and orchestrate with Kubernetes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Effective firewall change management does NOT require $30,000+ enterprise software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The same core principles — risk scoring, approval workflows, audit trails, rollback —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  can be built with free, open-source tools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This prototype proves the concept and provides a foundation for production deployment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Built with Python, Flask, and SQLite. Ready to extend. Ready to demo.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